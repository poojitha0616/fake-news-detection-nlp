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8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Fake News Detection using 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48749" y="4916128"/>
            <a:ext cx="3647768" cy="1809137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Team Members:</a:t>
            </a:r>
          </a:p>
          <a:p>
            <a:r>
              <a:rPr dirty="0"/>
              <a:t>Poojitha </a:t>
            </a:r>
            <a:r>
              <a:rPr dirty="0" err="1"/>
              <a:t>Vontela</a:t>
            </a:r>
            <a:endParaRPr dirty="0"/>
          </a:p>
          <a:p>
            <a:r>
              <a:rPr dirty="0"/>
              <a:t>Indrasena </a:t>
            </a:r>
            <a:r>
              <a:rPr dirty="0" err="1"/>
              <a:t>Bogapathi</a:t>
            </a:r>
            <a:endParaRPr dirty="0"/>
          </a:p>
          <a:p>
            <a:r>
              <a:rPr dirty="0" err="1"/>
              <a:t>Sricharitha</a:t>
            </a:r>
            <a:r>
              <a:rPr dirty="0"/>
              <a:t> Katta</a:t>
            </a:r>
          </a:p>
          <a:p>
            <a:r>
              <a:rPr dirty="0"/>
              <a:t>Sri Rekha Gaddipati</a:t>
            </a:r>
          </a:p>
          <a:p>
            <a:r>
              <a:rPr dirty="0"/>
              <a:t>Lakshmi Sai Prasanna </a:t>
            </a:r>
            <a:r>
              <a:rPr dirty="0" err="1"/>
              <a:t>Varikuti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Abstract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84B33C-B19B-AC3C-DC78-BE6F783A17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45505"/>
            <a:ext cx="7781939" cy="5035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Fake news spreads fast on the internet and can mislead people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This causes confusion, panic, and misinformation in society.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Our goal is to detect fake news using deep learning techniques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We used models that read news articles and decide if they are real or fake.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We collected a labeled dataset from Kaggle with both fake and real news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It helped us train and test our models with known correct answers.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Three models were used: LSTM, BERT,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RoBERTa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We compared a simple model (LSTM) with powerful transformers.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RoBERTa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gave the best accuracy among all models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It understood the text deeply and made the fewest mistakes.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This system can help journalists and readers quickly identify fake news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It acts like a filter to stop wrong information from spreading.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FFD234-96DC-37A2-BE28-FA246B784D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8918" y="1692264"/>
            <a:ext cx="7576754" cy="44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Today, people mostly read news on phones, websites, and social media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It is fast and easy but also makes spreading fake news much easier.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Fake news can cause serious problems like fear, wrong beliefs, and even violence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It can mislead public opinion and affect important decisions.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Manual fact-checking is slow and cannot keep up with thousands of news posts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We need a fast and automatic way to detect fake news in real time.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Our system takes news article text as input and gives a label: Real or Fake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It reads the full text and tries to understand if it can be trusted.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We used three different models to compare performance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A simple LSTM model, and two advanced transformer models: BERT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RoBERTa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This project was done for our machine learning course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All parts from data collection to results were completed by our team.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Related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361484-0DA8-D14F-B0EE-A73E4C94D6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512" y="1620131"/>
            <a:ext cx="7953011" cy="44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Earlier methods used simple rules like word counts and sentence length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(Horne &amp; Adali, 2017) showed that fake news often uses short, emotional language.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Studies grouped these into content-based approaches using manual features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(Shu et al., 2017) explained that such features are easy to understand but easy to trick.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Deep learning models like CNNs and LSTMs improved performance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These models learn from raw text and do not need manual features.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Transformers brought a big improvement in fake news detection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(Devlin et al., 2019) introduced BERT, which reads text using attention and context.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RoBERTa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made BERT better by training on more data and removing extra steps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(Liu et al., 2019) showed it beats BERT in many text understanding tasks.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Our project uses these models and compares them fairly on the same dataset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We study which model works best and why.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EE13CF-42E3-91D1-38EF-DEB886110D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99652"/>
            <a:ext cx="6721327" cy="4904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We used the "Fake and Real News" dataset from Kaggle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It includes around 45,000 news articles labeled as real or fake.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The dataset was balanced with similar numbers of fake and real articles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This helps the models learn without bias toward one class.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We cleaned the text by removing links, punctuation, stop words, and symbols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This made the data neat and easier for the models to understand.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We converted words into tokens using different tokenizers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LSTM used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Keras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tokenizer, BERT and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RoBERTa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used Hugging Face tokenizers.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For LSTM, we created word embeddings and padded sequences to equal length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This helps the model read the text like a timeline.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BERT and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RoBERTa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used their own learned embeddings and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subword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tokens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They already know many patterns in English, so they learn faster and better.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We used no images, audio, or extra data—only text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The goal was to check if models can detect fake news using words alone.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46F527-5763-E907-A0A2-41896DC5EA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1163"/>
            <a:ext cx="7385612" cy="4904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We used three different models: LSTM, BERT, and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RoBERTa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This helped us compare how simple and advanced models perform on the same task.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LSTM is a sequence-based model that reads text word by word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It reads in both directions (forward and backward) to understand context better.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LSTM uses word embeddings to represent words as numbers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It processes these embeddings to detect patterns in the writing style.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BERT is a transformer model pre-trained on huge English text data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It uses attention to understand the full meaning of a sentence at once.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We fine-tuned BERT on our fake news dataset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This helped it adapt its language knowledge to detect fake news specifically.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RoBERTa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is an improved version of BERT with better training techniques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It was trained longer, on more data, and without certain limitations of BERT.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All three models output a probability score to decide if an article is fake or real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→ If the score is high, the model predicts the article as fake; if low, as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465162-6BE9-80AE-E10B-E9C6DCD730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757412"/>
            <a:ext cx="7831311" cy="421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LSTM model achieved an accuracy of 98.86% on the test set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It correctly predicted most real and fake news articles.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Precision, recall, and F1-score were all around 0.99 for both classes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This shows that the model was well-balanced and not biased.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training and validation accuracy increased steadily over 5 epochs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This means the model was learning effectively without overfitting.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confusion matrix showed very few errors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Only 64 real articles were wrongly predicted as fake, and 38 fake as real.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model is lightweight and runs fast even on basic hardware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It’s a good option for situations where high-end systems are not available.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LSTM performed well, but may miss deeper meaning in longer or complex texts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It focuses on word order but does not capture full sentence relationships like transformers.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89E50F-C9EF-9FD0-8353-C3FE3F7C2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303" y="176032"/>
            <a:ext cx="6356554" cy="2958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945459-D1DA-48CB-2806-5A59337B8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03" y="3212690"/>
            <a:ext cx="3878211" cy="32200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32C2C4-410E-ED0B-1078-9642F5731F4F}"/>
              </a:ext>
            </a:extLst>
          </p:cNvPr>
          <p:cNvSpPr txBox="1"/>
          <p:nvPr/>
        </p:nvSpPr>
        <p:spPr>
          <a:xfrm>
            <a:off x="6843251" y="1052051"/>
            <a:ext cx="1805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 1: model Accuracy and Model Loss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921F13-B38E-784E-212E-F6529620EBEB}"/>
              </a:ext>
            </a:extLst>
          </p:cNvPr>
          <p:cNvSpPr txBox="1"/>
          <p:nvPr/>
        </p:nvSpPr>
        <p:spPr>
          <a:xfrm>
            <a:off x="4768644" y="4255442"/>
            <a:ext cx="3706762" cy="567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200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 2: LSTM Confusion Matrix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475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BERT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A3D158-E276-D8BD-4F35-281962A368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41103"/>
            <a:ext cx="7158819" cy="421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BERT model reached 99.90% accuracy on the test data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It made only a few mistakes out of nearly 9,000 articles.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was fine-tuned on our fake news dataset for just 2 epochs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BERT learns quickly because it already understands general English well.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Validation loss stayed very low throughout training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This shows that the model was not overfitting and handled unseen data well.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Precision, recall, and F1-score were all near perfect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The model identified both real and fake articles with equal strength.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model handled tricky or emotional statements better than LSTM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This is because BERT can understand the full context of every sentence.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Although BERT is slower than LSTM and needs more memory, it gives better accuracy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It’s ideal for setups where quality is more important than speed.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RoBERTa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238EA0-082B-FC35-D7DA-A2B422D969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20131"/>
            <a:ext cx="6992812" cy="44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RoBERTa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gave the highest accuracy: 100% on the test dataset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It correctly predicted every real and fake article except for 3 minor cases.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Training was done for only 2 epochs, yet performance was outstanding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The model learned fast and adjusted perfectly to our dataset.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Precision, recall, and F1-score were all 1.00 (perfect)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This means there were almost no false positives or false negatives.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confusion matrix showed only 3 misclassified articles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It had the best prediction quality out of all three models.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RoBERTa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understood long sentences and deep meanings very well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It uses a powerful attention mechanism that catches even subtle patterns.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Though it needs more time and GPU power, its accuracy makes it worth using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It is suitable for high-quality fake news detection systems in real-world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B30752-5230-3E43-5DEB-D5BABF0E6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453" y="547381"/>
            <a:ext cx="5219700" cy="43338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770B86-63BB-6BEF-6D5A-8D80ACE4DDC5}"/>
              </a:ext>
            </a:extLst>
          </p:cNvPr>
          <p:cNvSpPr txBox="1"/>
          <p:nvPr/>
        </p:nvSpPr>
        <p:spPr>
          <a:xfrm>
            <a:off x="609600" y="5506065"/>
            <a:ext cx="6194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 4: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RoBERTa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Confusion Matrix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1058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/ Future Work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D39016-A7E5-9F9C-139C-1AA780F10F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20131"/>
            <a:ext cx="7762446" cy="44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Our project compared three models for fake news detection: LSTM, BERT,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RoBERTa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All models gave strong results, but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RoBERTa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performed the best.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LSTM was lightweight and fast, with 98.86% accuracy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It’s a good option when working with limited hardware.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BERT improved accuracy to 99.90% with better language understanding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It balanced good performance and reasonable resource usage.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RoBERTa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achieved nearly perfect results with 100% test accuracy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It understood deep context and handled even difficult examples.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the future, we can add user behavior data or article sources to improve predictions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This will help models make better decisions in real-world scenarios.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also plan to build a web app where users can enter news text and get predictions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This would make our system easy to use by anyone.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Contributions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757F8A-FDA7-BF3E-E877-DCD4DB7C08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44943"/>
            <a:ext cx="7233968" cy="44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Poojitha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Vontela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worked on data cleaning and LSTM model development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She prepared the text for training and implemented the first model.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Indrasena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Bogapathi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fine-tuned the BERT model and handled evaluation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He trained the transformer and helped analyze model performance.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Sricharitha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Katta focused on implementing and fine-tuning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RoBERTa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She ensured the highest-performing model was correctly trained.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Sri Rekha Gaddipati performed exploratory data analysis and helped with writing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She created plots, visual insights, and explained results clearly.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Lakshmi Sai Prasanna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Varikuti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worked on literature review and formatting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She reviewed existing research and helped organize the final report.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 members supported each other in testing, debugging, and final review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The project was completed through full team collaboration.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1690</Words>
  <Application>Microsoft Office PowerPoint</Application>
  <PresentationFormat>On-screen Show (4:3)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Fake News Detection using Natural Language Processing</vt:lpstr>
      <vt:lpstr>Abstract</vt:lpstr>
      <vt:lpstr>Introduction</vt:lpstr>
      <vt:lpstr>Related Work</vt:lpstr>
      <vt:lpstr>Dataset and Features</vt:lpstr>
      <vt:lpstr>Methods</vt:lpstr>
      <vt:lpstr>LSTM Results</vt:lpstr>
      <vt:lpstr>PowerPoint Presentation</vt:lpstr>
      <vt:lpstr>BERT Results</vt:lpstr>
      <vt:lpstr>RoBERTa Results</vt:lpstr>
      <vt:lpstr>PowerPoint Presentation</vt:lpstr>
      <vt:lpstr>Conclusion / Future Work</vt:lpstr>
      <vt:lpstr>Team Contributions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Tadumudupula Nikhitha</cp:lastModifiedBy>
  <cp:revision>4</cp:revision>
  <dcterms:created xsi:type="dcterms:W3CDTF">2013-01-27T09:14:16Z</dcterms:created>
  <dcterms:modified xsi:type="dcterms:W3CDTF">2025-04-19T12:53:18Z</dcterms:modified>
  <cp:category/>
</cp:coreProperties>
</file>